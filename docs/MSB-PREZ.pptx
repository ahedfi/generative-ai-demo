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0000" autoAdjust="0"/>
  </p:normalViewPr>
  <p:slideViewPr>
    <p:cSldViewPr>
      <p:cViewPr>
        <p:scale>
          <a:sx n="100" d="100"/>
          <a:sy n="100" d="100"/>
        </p:scale>
        <p:origin x="-504" y="-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3.png"/><Relationship Id="rId1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image" Target="../media/image1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FB54B5-E2CA-441D-A641-303F3DE093C5}" type="doc">
      <dgm:prSet loTypeId="urn:microsoft.com/office/officeart/2005/8/layout/target3" loCatId="list" qsTypeId="urn:microsoft.com/office/officeart/2005/8/quickstyle/simple1" qsCatId="simple" csTypeId="urn:microsoft.com/office/officeart/2005/8/colors/colorful1" csCatId="colorful" phldr="0"/>
      <dgm:spPr/>
      <dgm:t>
        <a:bodyPr/>
        <a:lstStyle/>
        <a:p>
          <a:endParaRPr lang="fr-FR"/>
        </a:p>
      </dgm:t>
    </dgm:pt>
    <dgm:pt modelId="{BD228D85-1F63-4C4F-A263-1CEFA7BB30A6}" type="pres">
      <dgm:prSet presAssocID="{95FB54B5-E2CA-441D-A641-303F3DE093C5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</dgm:ptLst>
  <dgm:cxnLst>
    <dgm:cxn modelId="{C90E4B30-1809-43B6-B86E-21FEFAEC49E7}" type="presOf" srcId="{95FB54B5-E2CA-441D-A641-303F3DE093C5}" destId="{BD228D85-1F63-4C4F-A263-1CEFA7BB30A6}" srcOrd="0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BD459D-2BB7-4660-A5C8-5C3B66C437EA}" type="doc">
      <dgm:prSet loTypeId="urn:microsoft.com/office/officeart/2005/8/layout/hList3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fr-FR"/>
        </a:p>
      </dgm:t>
    </dgm:pt>
    <dgm:pt modelId="{CEEE8F4A-DE7D-42F3-A2A0-7C367D7BD71E}">
      <dgm:prSet phldrT="[Texte]"/>
      <dgm:spPr/>
      <dgm:t>
        <a:bodyPr/>
        <a:lstStyle/>
        <a:p>
          <a:r>
            <a:rPr lang="fr-FR" dirty="0" smtClean="0"/>
            <a:t>Online </a:t>
          </a:r>
          <a:r>
            <a:rPr lang="fr-FR" dirty="0" err="1" smtClean="0"/>
            <a:t>Models</a:t>
          </a:r>
          <a:endParaRPr lang="fr-FR" dirty="0"/>
        </a:p>
      </dgm:t>
    </dgm:pt>
    <dgm:pt modelId="{45495FB1-0F9F-4004-92EA-4E2485EA50CA}" type="parTrans" cxnId="{5F851D65-F9E9-44C4-AF87-7771DA1FF65C}">
      <dgm:prSet/>
      <dgm:spPr/>
      <dgm:t>
        <a:bodyPr/>
        <a:lstStyle/>
        <a:p>
          <a:endParaRPr lang="fr-FR"/>
        </a:p>
      </dgm:t>
    </dgm:pt>
    <dgm:pt modelId="{C5DE3CF7-120F-4963-BE1C-98CF1C53B220}" type="sibTrans" cxnId="{5F851D65-F9E9-44C4-AF87-7771DA1FF65C}">
      <dgm:prSet/>
      <dgm:spPr/>
      <dgm:t>
        <a:bodyPr/>
        <a:lstStyle/>
        <a:p>
          <a:endParaRPr lang="fr-FR"/>
        </a:p>
      </dgm:t>
    </dgm:pt>
    <dgm:pt modelId="{56830527-D8ED-46DD-B587-0E5E53917B54}">
      <dgm:prSet phldrT="[Texte]" phldr="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fr-FR" dirty="0"/>
        </a:p>
      </dgm:t>
    </dgm:pt>
    <dgm:pt modelId="{357B14AE-BF8C-4C7F-9E0F-9FC214C0B07E}" type="parTrans" cxnId="{70776D39-A047-4B43-92A4-7F19E67EA996}">
      <dgm:prSet/>
      <dgm:spPr/>
      <dgm:t>
        <a:bodyPr/>
        <a:lstStyle/>
        <a:p>
          <a:endParaRPr lang="fr-FR"/>
        </a:p>
      </dgm:t>
    </dgm:pt>
    <dgm:pt modelId="{6D33C3B3-4D80-4D1F-A366-B5B8AF3F4A81}" type="sibTrans" cxnId="{70776D39-A047-4B43-92A4-7F19E67EA996}">
      <dgm:prSet/>
      <dgm:spPr/>
      <dgm:t>
        <a:bodyPr/>
        <a:lstStyle/>
        <a:p>
          <a:endParaRPr lang="fr-FR"/>
        </a:p>
      </dgm:t>
    </dgm:pt>
    <dgm:pt modelId="{DA2C8686-9EE9-4101-B180-428DF85FE07C}">
      <dgm:prSet phldrT="[Texte]" phldr="1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endParaRPr lang="fr-FR" dirty="0"/>
        </a:p>
      </dgm:t>
    </dgm:pt>
    <dgm:pt modelId="{77BB980F-ABF7-43E7-929D-F1F1FCD59C28}" type="parTrans" cxnId="{F693ADFF-1839-4CD8-88EF-0EE4390923FE}">
      <dgm:prSet/>
      <dgm:spPr/>
      <dgm:t>
        <a:bodyPr/>
        <a:lstStyle/>
        <a:p>
          <a:endParaRPr lang="fr-FR"/>
        </a:p>
      </dgm:t>
    </dgm:pt>
    <dgm:pt modelId="{DD051005-6D6B-4473-BC68-2353C075B897}" type="sibTrans" cxnId="{F693ADFF-1839-4CD8-88EF-0EE4390923FE}">
      <dgm:prSet/>
      <dgm:spPr/>
      <dgm:t>
        <a:bodyPr/>
        <a:lstStyle/>
        <a:p>
          <a:endParaRPr lang="fr-FR"/>
        </a:p>
      </dgm:t>
    </dgm:pt>
    <dgm:pt modelId="{7043B75A-C26A-4B89-A424-C52FACC0C1E5}">
      <dgm:prSet phldrT="[Texte]" phldr="1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endParaRPr lang="fr-FR" dirty="0"/>
        </a:p>
      </dgm:t>
    </dgm:pt>
    <dgm:pt modelId="{7F060C84-359B-4EE2-9562-87248EA940EB}" type="parTrans" cxnId="{39828DAD-8DEE-4914-AE9F-036D55E9477B}">
      <dgm:prSet/>
      <dgm:spPr/>
      <dgm:t>
        <a:bodyPr/>
        <a:lstStyle/>
        <a:p>
          <a:endParaRPr lang="fr-FR"/>
        </a:p>
      </dgm:t>
    </dgm:pt>
    <dgm:pt modelId="{0A3F4E7F-2A07-4A19-9234-8E1D77CB9836}" type="sibTrans" cxnId="{39828DAD-8DEE-4914-AE9F-036D55E9477B}">
      <dgm:prSet/>
      <dgm:spPr/>
      <dgm:t>
        <a:bodyPr/>
        <a:lstStyle/>
        <a:p>
          <a:endParaRPr lang="fr-FR"/>
        </a:p>
      </dgm:t>
    </dgm:pt>
    <dgm:pt modelId="{76F5F920-8A3A-4493-9393-EA04C1FE22F6}">
      <dgm:prSet phldrT="[Texte]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endParaRPr lang="fr-FR" dirty="0"/>
        </a:p>
      </dgm:t>
    </dgm:pt>
    <dgm:pt modelId="{A29A13AC-7116-4335-BED5-7CDD267FCB49}" type="parTrans" cxnId="{A81665A6-E779-4264-9821-2675237A25A5}">
      <dgm:prSet/>
      <dgm:spPr/>
      <dgm:t>
        <a:bodyPr/>
        <a:lstStyle/>
        <a:p>
          <a:endParaRPr lang="fr-FR"/>
        </a:p>
      </dgm:t>
    </dgm:pt>
    <dgm:pt modelId="{E226FB65-F54E-4BCD-8A36-51535F791ACA}" type="sibTrans" cxnId="{A81665A6-E779-4264-9821-2675237A25A5}">
      <dgm:prSet/>
      <dgm:spPr/>
      <dgm:t>
        <a:bodyPr/>
        <a:lstStyle/>
        <a:p>
          <a:endParaRPr lang="fr-FR"/>
        </a:p>
      </dgm:t>
    </dgm:pt>
    <dgm:pt modelId="{9E9990A0-B35A-4DCA-8551-B4983150EC38}" type="pres">
      <dgm:prSet presAssocID="{34BD459D-2BB7-4660-A5C8-5C3B66C437EA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3D761949-9830-4C7F-B570-FA8345D34BDF}" type="pres">
      <dgm:prSet presAssocID="{CEEE8F4A-DE7D-42F3-A2A0-7C367D7BD71E}" presName="roof" presStyleLbl="dkBgShp" presStyleIdx="0" presStyleCnt="2" custLinFactNeighborX="3544"/>
      <dgm:spPr/>
      <dgm:t>
        <a:bodyPr/>
        <a:lstStyle/>
        <a:p>
          <a:endParaRPr lang="fr-FR"/>
        </a:p>
      </dgm:t>
    </dgm:pt>
    <dgm:pt modelId="{18F23843-5D61-493B-B730-4D11C080DA6B}" type="pres">
      <dgm:prSet presAssocID="{CEEE8F4A-DE7D-42F3-A2A0-7C367D7BD71E}" presName="pillars" presStyleCnt="0"/>
      <dgm:spPr/>
    </dgm:pt>
    <dgm:pt modelId="{B9D6A591-AB50-4F70-86C5-C14C40EF2384}" type="pres">
      <dgm:prSet presAssocID="{CEEE8F4A-DE7D-42F3-A2A0-7C367D7BD71E}" presName="pillar1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DE871AA-4892-4A00-A744-5C1FED3B6156}" type="pres">
      <dgm:prSet presAssocID="{76F5F920-8A3A-4493-9393-EA04C1FE22F6}" presName="pillarX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7DF282AE-7311-4073-B938-AFA74EB01B50}" type="pres">
      <dgm:prSet presAssocID="{DA2C8686-9EE9-4101-B180-428DF85FE07C}" presName="pillarX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CF32170-7E90-434A-84B1-6B5749867998}" type="pres">
      <dgm:prSet presAssocID="{7043B75A-C26A-4B89-A424-C52FACC0C1E5}" presName="pillarX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A6C65DC-8396-42BC-A7A0-170CAF3282E5}" type="pres">
      <dgm:prSet presAssocID="{CEEE8F4A-DE7D-42F3-A2A0-7C367D7BD71E}" presName="base" presStyleLbl="dkBgShp" presStyleIdx="1" presStyleCnt="2"/>
      <dgm:spPr/>
    </dgm:pt>
  </dgm:ptLst>
  <dgm:cxnLst>
    <dgm:cxn modelId="{6241558F-4B62-4C63-B22B-2E4CA228BC91}" type="presOf" srcId="{DA2C8686-9EE9-4101-B180-428DF85FE07C}" destId="{7DF282AE-7311-4073-B938-AFA74EB01B50}" srcOrd="0" destOrd="0" presId="urn:microsoft.com/office/officeart/2005/8/layout/hList3"/>
    <dgm:cxn modelId="{70B19C26-A81B-41EC-B12A-EDCDC1C31EA8}" type="presOf" srcId="{CEEE8F4A-DE7D-42F3-A2A0-7C367D7BD71E}" destId="{3D761949-9830-4C7F-B570-FA8345D34BDF}" srcOrd="0" destOrd="0" presId="urn:microsoft.com/office/officeart/2005/8/layout/hList3"/>
    <dgm:cxn modelId="{9F7ED403-612B-4FDF-86F9-C9A2B77B4AAD}" type="presOf" srcId="{7043B75A-C26A-4B89-A424-C52FACC0C1E5}" destId="{1CF32170-7E90-434A-84B1-6B5749867998}" srcOrd="0" destOrd="0" presId="urn:microsoft.com/office/officeart/2005/8/layout/hList3"/>
    <dgm:cxn modelId="{12E57ADB-66BB-40DD-B2BE-002369FEEC36}" type="presOf" srcId="{34BD459D-2BB7-4660-A5C8-5C3B66C437EA}" destId="{9E9990A0-B35A-4DCA-8551-B4983150EC38}" srcOrd="0" destOrd="0" presId="urn:microsoft.com/office/officeart/2005/8/layout/hList3"/>
    <dgm:cxn modelId="{70776D39-A047-4B43-92A4-7F19E67EA996}" srcId="{CEEE8F4A-DE7D-42F3-A2A0-7C367D7BD71E}" destId="{56830527-D8ED-46DD-B587-0E5E53917B54}" srcOrd="0" destOrd="0" parTransId="{357B14AE-BF8C-4C7F-9E0F-9FC214C0B07E}" sibTransId="{6D33C3B3-4D80-4D1F-A366-B5B8AF3F4A81}"/>
    <dgm:cxn modelId="{5F851D65-F9E9-44C4-AF87-7771DA1FF65C}" srcId="{34BD459D-2BB7-4660-A5C8-5C3B66C437EA}" destId="{CEEE8F4A-DE7D-42F3-A2A0-7C367D7BD71E}" srcOrd="0" destOrd="0" parTransId="{45495FB1-0F9F-4004-92EA-4E2485EA50CA}" sibTransId="{C5DE3CF7-120F-4963-BE1C-98CF1C53B220}"/>
    <dgm:cxn modelId="{346A5FAA-B34C-40B7-9751-C6DF8A1F8857}" type="presOf" srcId="{56830527-D8ED-46DD-B587-0E5E53917B54}" destId="{B9D6A591-AB50-4F70-86C5-C14C40EF2384}" srcOrd="0" destOrd="0" presId="urn:microsoft.com/office/officeart/2005/8/layout/hList3"/>
    <dgm:cxn modelId="{F693ADFF-1839-4CD8-88EF-0EE4390923FE}" srcId="{CEEE8F4A-DE7D-42F3-A2A0-7C367D7BD71E}" destId="{DA2C8686-9EE9-4101-B180-428DF85FE07C}" srcOrd="2" destOrd="0" parTransId="{77BB980F-ABF7-43E7-929D-F1F1FCD59C28}" sibTransId="{DD051005-6D6B-4473-BC68-2353C075B897}"/>
    <dgm:cxn modelId="{72428B11-C03C-44C9-BDF2-9E4C0CB2DA96}" type="presOf" srcId="{76F5F920-8A3A-4493-9393-EA04C1FE22F6}" destId="{0DE871AA-4892-4A00-A744-5C1FED3B6156}" srcOrd="0" destOrd="0" presId="urn:microsoft.com/office/officeart/2005/8/layout/hList3"/>
    <dgm:cxn modelId="{39828DAD-8DEE-4914-AE9F-036D55E9477B}" srcId="{CEEE8F4A-DE7D-42F3-A2A0-7C367D7BD71E}" destId="{7043B75A-C26A-4B89-A424-C52FACC0C1E5}" srcOrd="3" destOrd="0" parTransId="{7F060C84-359B-4EE2-9562-87248EA940EB}" sibTransId="{0A3F4E7F-2A07-4A19-9234-8E1D77CB9836}"/>
    <dgm:cxn modelId="{A81665A6-E779-4264-9821-2675237A25A5}" srcId="{CEEE8F4A-DE7D-42F3-A2A0-7C367D7BD71E}" destId="{76F5F920-8A3A-4493-9393-EA04C1FE22F6}" srcOrd="1" destOrd="0" parTransId="{A29A13AC-7116-4335-BED5-7CDD267FCB49}" sibTransId="{E226FB65-F54E-4BCD-8A36-51535F791ACA}"/>
    <dgm:cxn modelId="{9252F26D-9AC5-47B1-9EF7-917AFEDD569C}" type="presParOf" srcId="{9E9990A0-B35A-4DCA-8551-B4983150EC38}" destId="{3D761949-9830-4C7F-B570-FA8345D34BDF}" srcOrd="0" destOrd="0" presId="urn:microsoft.com/office/officeart/2005/8/layout/hList3"/>
    <dgm:cxn modelId="{25B65211-F2BB-4E87-AC1E-DC5D4757546E}" type="presParOf" srcId="{9E9990A0-B35A-4DCA-8551-B4983150EC38}" destId="{18F23843-5D61-493B-B730-4D11C080DA6B}" srcOrd="1" destOrd="0" presId="urn:microsoft.com/office/officeart/2005/8/layout/hList3"/>
    <dgm:cxn modelId="{7C0359CA-02B1-4054-93E2-F6CB3BA1E8C9}" type="presParOf" srcId="{18F23843-5D61-493B-B730-4D11C080DA6B}" destId="{B9D6A591-AB50-4F70-86C5-C14C40EF2384}" srcOrd="0" destOrd="0" presId="urn:microsoft.com/office/officeart/2005/8/layout/hList3"/>
    <dgm:cxn modelId="{EF7D7393-7F3F-4940-8F43-30CCE09B5879}" type="presParOf" srcId="{18F23843-5D61-493B-B730-4D11C080DA6B}" destId="{0DE871AA-4892-4A00-A744-5C1FED3B6156}" srcOrd="1" destOrd="0" presId="urn:microsoft.com/office/officeart/2005/8/layout/hList3"/>
    <dgm:cxn modelId="{4AE1B80E-8388-4705-BFDA-C61836A8F316}" type="presParOf" srcId="{18F23843-5D61-493B-B730-4D11C080DA6B}" destId="{7DF282AE-7311-4073-B938-AFA74EB01B50}" srcOrd="2" destOrd="0" presId="urn:microsoft.com/office/officeart/2005/8/layout/hList3"/>
    <dgm:cxn modelId="{1808C3EE-E873-4F5B-850F-F63F21648F66}" type="presParOf" srcId="{18F23843-5D61-493B-B730-4D11C080DA6B}" destId="{1CF32170-7E90-434A-84B1-6B5749867998}" srcOrd="3" destOrd="0" presId="urn:microsoft.com/office/officeart/2005/8/layout/hList3"/>
    <dgm:cxn modelId="{527AFC2B-EC63-4AA2-8B7E-4CFDD0509D5E}" type="presParOf" srcId="{9E9990A0-B35A-4DCA-8551-B4983150EC38}" destId="{6A6C65DC-8396-42BC-A7A0-170CAF3282E5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BD459D-2BB7-4660-A5C8-5C3B66C437EA}" type="doc">
      <dgm:prSet loTypeId="urn:microsoft.com/office/officeart/2005/8/layout/hList3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fr-FR"/>
        </a:p>
      </dgm:t>
    </dgm:pt>
    <dgm:pt modelId="{CEEE8F4A-DE7D-42F3-A2A0-7C367D7BD71E}">
      <dgm:prSet phldrT="[Texte]"/>
      <dgm:spPr/>
      <dgm:t>
        <a:bodyPr/>
        <a:lstStyle/>
        <a:p>
          <a:r>
            <a:rPr lang="fr-FR" dirty="0" smtClean="0"/>
            <a:t>Offline </a:t>
          </a:r>
          <a:r>
            <a:rPr lang="fr-FR" dirty="0" err="1" smtClean="0"/>
            <a:t>Models</a:t>
          </a:r>
          <a:endParaRPr lang="fr-FR" dirty="0"/>
        </a:p>
      </dgm:t>
    </dgm:pt>
    <dgm:pt modelId="{45495FB1-0F9F-4004-92EA-4E2485EA50CA}" type="parTrans" cxnId="{5F851D65-F9E9-44C4-AF87-7771DA1FF65C}">
      <dgm:prSet/>
      <dgm:spPr/>
      <dgm:t>
        <a:bodyPr/>
        <a:lstStyle/>
        <a:p>
          <a:endParaRPr lang="fr-FR"/>
        </a:p>
      </dgm:t>
    </dgm:pt>
    <dgm:pt modelId="{C5DE3CF7-120F-4963-BE1C-98CF1C53B220}" type="sibTrans" cxnId="{5F851D65-F9E9-44C4-AF87-7771DA1FF65C}">
      <dgm:prSet/>
      <dgm:spPr/>
      <dgm:t>
        <a:bodyPr/>
        <a:lstStyle/>
        <a:p>
          <a:endParaRPr lang="fr-FR"/>
        </a:p>
      </dgm:t>
    </dgm:pt>
    <dgm:pt modelId="{07DFDB22-CBF0-45E3-850E-EAAEF6715F3B}">
      <dgm:prSet phldrT="[Texte]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fr-FR" dirty="0"/>
        </a:p>
      </dgm:t>
    </dgm:pt>
    <dgm:pt modelId="{6BF68908-652B-41A2-BCF8-B5E37BBC2A44}" type="parTrans" cxnId="{D46DCB3E-7D63-4B0B-86BE-262532A937D1}">
      <dgm:prSet/>
      <dgm:spPr/>
      <dgm:t>
        <a:bodyPr/>
        <a:lstStyle/>
        <a:p>
          <a:endParaRPr lang="fr-FR"/>
        </a:p>
      </dgm:t>
    </dgm:pt>
    <dgm:pt modelId="{305F1216-916C-412D-9796-E9B410AEE677}" type="sibTrans" cxnId="{D46DCB3E-7D63-4B0B-86BE-262532A937D1}">
      <dgm:prSet/>
      <dgm:spPr/>
      <dgm:t>
        <a:bodyPr/>
        <a:lstStyle/>
        <a:p>
          <a:endParaRPr lang="fr-FR"/>
        </a:p>
      </dgm:t>
    </dgm:pt>
    <dgm:pt modelId="{4BC9A87E-4129-43F7-982A-85CDA845C525}">
      <dgm:prSet phldrT="[Texte]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endParaRPr lang="fr-FR" dirty="0"/>
        </a:p>
      </dgm:t>
    </dgm:pt>
    <dgm:pt modelId="{F7ED5398-8353-4B02-80C8-361360F8C551}" type="parTrans" cxnId="{84BD212F-EDD7-486D-B807-8E5DC4E706F3}">
      <dgm:prSet/>
      <dgm:spPr/>
      <dgm:t>
        <a:bodyPr/>
        <a:lstStyle/>
        <a:p>
          <a:endParaRPr lang="fr-FR"/>
        </a:p>
      </dgm:t>
    </dgm:pt>
    <dgm:pt modelId="{DFC27C0C-FA6F-4E09-A384-AEC9166D6E3A}" type="sibTrans" cxnId="{84BD212F-EDD7-486D-B807-8E5DC4E706F3}">
      <dgm:prSet/>
      <dgm:spPr/>
      <dgm:t>
        <a:bodyPr/>
        <a:lstStyle/>
        <a:p>
          <a:endParaRPr lang="fr-FR"/>
        </a:p>
      </dgm:t>
    </dgm:pt>
    <dgm:pt modelId="{F37FECF9-EF73-4E06-99D6-9C9AB98003EE}">
      <dgm:prSet phldrT="[Texte]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endParaRPr lang="fr-FR" dirty="0"/>
        </a:p>
      </dgm:t>
    </dgm:pt>
    <dgm:pt modelId="{FB5B7EFC-01AF-48BE-8084-DF910CEA7278}" type="sibTrans" cxnId="{A5403926-C852-4A47-AB23-3C7A65D34920}">
      <dgm:prSet/>
      <dgm:spPr/>
      <dgm:t>
        <a:bodyPr/>
        <a:lstStyle/>
        <a:p>
          <a:endParaRPr lang="fr-FR"/>
        </a:p>
      </dgm:t>
    </dgm:pt>
    <dgm:pt modelId="{F694006E-C313-445F-A059-31A97828879B}" type="parTrans" cxnId="{A5403926-C852-4A47-AB23-3C7A65D34920}">
      <dgm:prSet/>
      <dgm:spPr/>
      <dgm:t>
        <a:bodyPr/>
        <a:lstStyle/>
        <a:p>
          <a:endParaRPr lang="fr-FR"/>
        </a:p>
      </dgm:t>
    </dgm:pt>
    <dgm:pt modelId="{9E9990A0-B35A-4DCA-8551-B4983150EC38}" type="pres">
      <dgm:prSet presAssocID="{34BD459D-2BB7-4660-A5C8-5C3B66C437EA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3D761949-9830-4C7F-B570-FA8345D34BDF}" type="pres">
      <dgm:prSet presAssocID="{CEEE8F4A-DE7D-42F3-A2A0-7C367D7BD71E}" presName="roof" presStyleLbl="dkBgShp" presStyleIdx="0" presStyleCnt="2" custLinFactNeighborX="388" custLinFactNeighborY="-40049"/>
      <dgm:spPr/>
      <dgm:t>
        <a:bodyPr/>
        <a:lstStyle/>
        <a:p>
          <a:endParaRPr lang="fr-FR"/>
        </a:p>
      </dgm:t>
    </dgm:pt>
    <dgm:pt modelId="{18F23843-5D61-493B-B730-4D11C080DA6B}" type="pres">
      <dgm:prSet presAssocID="{CEEE8F4A-DE7D-42F3-A2A0-7C367D7BD71E}" presName="pillars" presStyleCnt="0"/>
      <dgm:spPr/>
    </dgm:pt>
    <dgm:pt modelId="{B9D6A591-AB50-4F70-86C5-C14C40EF2384}" type="pres">
      <dgm:prSet presAssocID="{CEEE8F4A-DE7D-42F3-A2A0-7C367D7BD71E}" presName="pillar1" presStyleLbl="node1" presStyleIdx="0" presStyleCnt="3" custLinFactNeighborX="1019" custLinFactNeighborY="809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DB1E85AF-B997-435B-A44F-986ED3D0C4A8}" type="pres">
      <dgm:prSet presAssocID="{4BC9A87E-4129-43F7-982A-85CDA845C525}" presName="pillarX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C4FBE8C3-6C2E-4E7E-A595-29216A0D699D}" type="pres">
      <dgm:prSet presAssocID="{07DFDB22-CBF0-45E3-850E-EAAEF6715F3B}" presName="pillarX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6A6C65DC-8396-42BC-A7A0-170CAF3282E5}" type="pres">
      <dgm:prSet presAssocID="{CEEE8F4A-DE7D-42F3-A2A0-7C367D7BD71E}" presName="base" presStyleLbl="dkBgShp" presStyleIdx="1" presStyleCnt="2"/>
      <dgm:spPr/>
    </dgm:pt>
  </dgm:ptLst>
  <dgm:cxnLst>
    <dgm:cxn modelId="{0F15D870-01F1-46FF-9F43-B7F516D5BD23}" type="presOf" srcId="{4BC9A87E-4129-43F7-982A-85CDA845C525}" destId="{DB1E85AF-B997-435B-A44F-986ED3D0C4A8}" srcOrd="0" destOrd="0" presId="urn:microsoft.com/office/officeart/2005/8/layout/hList3"/>
    <dgm:cxn modelId="{606BB27E-9AA4-46FE-BC72-EC0F5A47A8FF}" type="presOf" srcId="{CEEE8F4A-DE7D-42F3-A2A0-7C367D7BD71E}" destId="{3D761949-9830-4C7F-B570-FA8345D34BDF}" srcOrd="0" destOrd="0" presId="urn:microsoft.com/office/officeart/2005/8/layout/hList3"/>
    <dgm:cxn modelId="{5AB47680-30F1-4468-B789-71B6A64DFDCA}" type="presOf" srcId="{F37FECF9-EF73-4E06-99D6-9C9AB98003EE}" destId="{B9D6A591-AB50-4F70-86C5-C14C40EF2384}" srcOrd="0" destOrd="0" presId="urn:microsoft.com/office/officeart/2005/8/layout/hList3"/>
    <dgm:cxn modelId="{D46DCB3E-7D63-4B0B-86BE-262532A937D1}" srcId="{CEEE8F4A-DE7D-42F3-A2A0-7C367D7BD71E}" destId="{07DFDB22-CBF0-45E3-850E-EAAEF6715F3B}" srcOrd="2" destOrd="0" parTransId="{6BF68908-652B-41A2-BCF8-B5E37BBC2A44}" sibTransId="{305F1216-916C-412D-9796-E9B410AEE677}"/>
    <dgm:cxn modelId="{202AA64E-7652-4560-8EC3-C39C6949FE39}" type="presOf" srcId="{34BD459D-2BB7-4660-A5C8-5C3B66C437EA}" destId="{9E9990A0-B35A-4DCA-8551-B4983150EC38}" srcOrd="0" destOrd="0" presId="urn:microsoft.com/office/officeart/2005/8/layout/hList3"/>
    <dgm:cxn modelId="{7C6E87F1-4F1F-4DD9-90A4-B933CD76F769}" type="presOf" srcId="{07DFDB22-CBF0-45E3-850E-EAAEF6715F3B}" destId="{C4FBE8C3-6C2E-4E7E-A595-29216A0D699D}" srcOrd="0" destOrd="0" presId="urn:microsoft.com/office/officeart/2005/8/layout/hList3"/>
    <dgm:cxn modelId="{A5403926-C852-4A47-AB23-3C7A65D34920}" srcId="{CEEE8F4A-DE7D-42F3-A2A0-7C367D7BD71E}" destId="{F37FECF9-EF73-4E06-99D6-9C9AB98003EE}" srcOrd="0" destOrd="0" parTransId="{F694006E-C313-445F-A059-31A97828879B}" sibTransId="{FB5B7EFC-01AF-48BE-8084-DF910CEA7278}"/>
    <dgm:cxn modelId="{5F851D65-F9E9-44C4-AF87-7771DA1FF65C}" srcId="{34BD459D-2BB7-4660-A5C8-5C3B66C437EA}" destId="{CEEE8F4A-DE7D-42F3-A2A0-7C367D7BD71E}" srcOrd="0" destOrd="0" parTransId="{45495FB1-0F9F-4004-92EA-4E2485EA50CA}" sibTransId="{C5DE3CF7-120F-4963-BE1C-98CF1C53B220}"/>
    <dgm:cxn modelId="{84BD212F-EDD7-486D-B807-8E5DC4E706F3}" srcId="{CEEE8F4A-DE7D-42F3-A2A0-7C367D7BD71E}" destId="{4BC9A87E-4129-43F7-982A-85CDA845C525}" srcOrd="1" destOrd="0" parTransId="{F7ED5398-8353-4B02-80C8-361360F8C551}" sibTransId="{DFC27C0C-FA6F-4E09-A384-AEC9166D6E3A}"/>
    <dgm:cxn modelId="{F3207182-EBC5-4C4E-94EB-E947AA1AA6C6}" type="presParOf" srcId="{9E9990A0-B35A-4DCA-8551-B4983150EC38}" destId="{3D761949-9830-4C7F-B570-FA8345D34BDF}" srcOrd="0" destOrd="0" presId="urn:microsoft.com/office/officeart/2005/8/layout/hList3"/>
    <dgm:cxn modelId="{B6CE6211-33CD-481F-8550-04BF8F88FC82}" type="presParOf" srcId="{9E9990A0-B35A-4DCA-8551-B4983150EC38}" destId="{18F23843-5D61-493B-B730-4D11C080DA6B}" srcOrd="1" destOrd="0" presId="urn:microsoft.com/office/officeart/2005/8/layout/hList3"/>
    <dgm:cxn modelId="{7F8ADB0E-0F1C-406F-974E-9FE95AB5C938}" type="presParOf" srcId="{18F23843-5D61-493B-B730-4D11C080DA6B}" destId="{B9D6A591-AB50-4F70-86C5-C14C40EF2384}" srcOrd="0" destOrd="0" presId="urn:microsoft.com/office/officeart/2005/8/layout/hList3"/>
    <dgm:cxn modelId="{843CA15F-0CC8-4601-B7DB-647FD9A2FF56}" type="presParOf" srcId="{18F23843-5D61-493B-B730-4D11C080DA6B}" destId="{DB1E85AF-B997-435B-A44F-986ED3D0C4A8}" srcOrd="1" destOrd="0" presId="urn:microsoft.com/office/officeart/2005/8/layout/hList3"/>
    <dgm:cxn modelId="{13ACD8AB-3E69-4C81-BCB2-BFFA7DA5ED7E}" type="presParOf" srcId="{18F23843-5D61-493B-B730-4D11C080DA6B}" destId="{C4FBE8C3-6C2E-4E7E-A595-29216A0D699D}" srcOrd="2" destOrd="0" presId="urn:microsoft.com/office/officeart/2005/8/layout/hList3"/>
    <dgm:cxn modelId="{F9BF144A-BF86-48F7-888D-BD7717615DCA}" type="presParOf" srcId="{9E9990A0-B35A-4DCA-8551-B4983150EC38}" destId="{6A6C65DC-8396-42BC-A7A0-170CAF3282E5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761949-9830-4C7F-B570-FA8345D34BDF}">
      <dsp:nvSpPr>
        <dsp:cNvPr id="0" name=""/>
        <dsp:cNvSpPr/>
      </dsp:nvSpPr>
      <dsp:spPr>
        <a:xfrm>
          <a:off x="0" y="0"/>
          <a:ext cx="6096000" cy="1219200"/>
        </a:xfrm>
        <a:prstGeom prst="rect">
          <a:avLst/>
        </a:prstGeom>
        <a:solidFill>
          <a:schemeClr val="dk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lvl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5600" kern="1200" dirty="0" smtClean="0"/>
            <a:t>Online </a:t>
          </a:r>
          <a:r>
            <a:rPr lang="fr-FR" sz="5600" kern="1200" dirty="0" err="1" smtClean="0"/>
            <a:t>Models</a:t>
          </a:r>
          <a:endParaRPr lang="fr-FR" sz="5600" kern="1200" dirty="0"/>
        </a:p>
      </dsp:txBody>
      <dsp:txXfrm>
        <a:off x="0" y="0"/>
        <a:ext cx="6096000" cy="1219200"/>
      </dsp:txXfrm>
    </dsp:sp>
    <dsp:sp modelId="{B9D6A591-AB50-4F70-86C5-C14C40EF2384}">
      <dsp:nvSpPr>
        <dsp:cNvPr id="0" name=""/>
        <dsp:cNvSpPr/>
      </dsp:nvSpPr>
      <dsp:spPr>
        <a:xfrm>
          <a:off x="0" y="1219200"/>
          <a:ext cx="1523999" cy="2560320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3500" kern="1200" dirty="0"/>
        </a:p>
      </dsp:txBody>
      <dsp:txXfrm>
        <a:off x="0" y="1219200"/>
        <a:ext cx="1523999" cy="2560320"/>
      </dsp:txXfrm>
    </dsp:sp>
    <dsp:sp modelId="{0DE871AA-4892-4A00-A744-5C1FED3B6156}">
      <dsp:nvSpPr>
        <dsp:cNvPr id="0" name=""/>
        <dsp:cNvSpPr/>
      </dsp:nvSpPr>
      <dsp:spPr>
        <a:xfrm>
          <a:off x="1523999" y="1219200"/>
          <a:ext cx="1523999" cy="2560320"/>
        </a:xfrm>
        <a:prstGeom prst="rect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6500" kern="1200" dirty="0"/>
        </a:p>
      </dsp:txBody>
      <dsp:txXfrm>
        <a:off x="1523999" y="1219200"/>
        <a:ext cx="1523999" cy="2560320"/>
      </dsp:txXfrm>
    </dsp:sp>
    <dsp:sp modelId="{7DF282AE-7311-4073-B938-AFA74EB01B50}">
      <dsp:nvSpPr>
        <dsp:cNvPr id="0" name=""/>
        <dsp:cNvSpPr/>
      </dsp:nvSpPr>
      <dsp:spPr>
        <a:xfrm>
          <a:off x="3047999" y="1219200"/>
          <a:ext cx="1523999" cy="2560320"/>
        </a:xfrm>
        <a:prstGeom prst="rect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3500" kern="1200" dirty="0"/>
        </a:p>
      </dsp:txBody>
      <dsp:txXfrm>
        <a:off x="3047999" y="1219200"/>
        <a:ext cx="1523999" cy="2560320"/>
      </dsp:txXfrm>
    </dsp:sp>
    <dsp:sp modelId="{1CF32170-7E90-434A-84B1-6B5749867998}">
      <dsp:nvSpPr>
        <dsp:cNvPr id="0" name=""/>
        <dsp:cNvSpPr/>
      </dsp:nvSpPr>
      <dsp:spPr>
        <a:xfrm>
          <a:off x="4572000" y="1219200"/>
          <a:ext cx="1523999" cy="2560320"/>
        </a:xfrm>
        <a:prstGeom prst="rect">
          <a:avLst/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3500" kern="1200" dirty="0"/>
        </a:p>
      </dsp:txBody>
      <dsp:txXfrm>
        <a:off x="4572000" y="1219200"/>
        <a:ext cx="1523999" cy="2560320"/>
      </dsp:txXfrm>
    </dsp:sp>
    <dsp:sp modelId="{6A6C65DC-8396-42BC-A7A0-170CAF3282E5}">
      <dsp:nvSpPr>
        <dsp:cNvPr id="0" name=""/>
        <dsp:cNvSpPr/>
      </dsp:nvSpPr>
      <dsp:spPr>
        <a:xfrm>
          <a:off x="0" y="3779520"/>
          <a:ext cx="6096000" cy="284480"/>
        </a:xfrm>
        <a:prstGeom prst="rect">
          <a:avLst/>
        </a:prstGeom>
        <a:solidFill>
          <a:schemeClr val="dk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761949-9830-4C7F-B570-FA8345D34BDF}">
      <dsp:nvSpPr>
        <dsp:cNvPr id="0" name=""/>
        <dsp:cNvSpPr/>
      </dsp:nvSpPr>
      <dsp:spPr>
        <a:xfrm>
          <a:off x="0" y="0"/>
          <a:ext cx="6096000" cy="1219200"/>
        </a:xfrm>
        <a:prstGeom prst="rect">
          <a:avLst/>
        </a:prstGeom>
        <a:solidFill>
          <a:schemeClr val="dk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lvl="0" algn="ctr" defTabSz="2489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5600" kern="1200" dirty="0" smtClean="0"/>
            <a:t>Offline </a:t>
          </a:r>
          <a:r>
            <a:rPr lang="fr-FR" sz="5600" kern="1200" dirty="0" err="1" smtClean="0"/>
            <a:t>Models</a:t>
          </a:r>
          <a:endParaRPr lang="fr-FR" sz="5600" kern="1200" dirty="0"/>
        </a:p>
      </dsp:txBody>
      <dsp:txXfrm>
        <a:off x="0" y="0"/>
        <a:ext cx="6096000" cy="1219200"/>
      </dsp:txXfrm>
    </dsp:sp>
    <dsp:sp modelId="{B9D6A591-AB50-4F70-86C5-C14C40EF2384}">
      <dsp:nvSpPr>
        <dsp:cNvPr id="0" name=""/>
        <dsp:cNvSpPr/>
      </dsp:nvSpPr>
      <dsp:spPr>
        <a:xfrm>
          <a:off x="23662" y="1239912"/>
          <a:ext cx="2030015" cy="2560320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6500" kern="1200" dirty="0"/>
        </a:p>
      </dsp:txBody>
      <dsp:txXfrm>
        <a:off x="23662" y="1239912"/>
        <a:ext cx="2030015" cy="2560320"/>
      </dsp:txXfrm>
    </dsp:sp>
    <dsp:sp modelId="{DB1E85AF-B997-435B-A44F-986ED3D0C4A8}">
      <dsp:nvSpPr>
        <dsp:cNvPr id="0" name=""/>
        <dsp:cNvSpPr/>
      </dsp:nvSpPr>
      <dsp:spPr>
        <a:xfrm>
          <a:off x="2032992" y="1219200"/>
          <a:ext cx="2030015" cy="2560320"/>
        </a:xfrm>
        <a:prstGeom prst="rect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6500" kern="1200" dirty="0"/>
        </a:p>
      </dsp:txBody>
      <dsp:txXfrm>
        <a:off x="2032992" y="1219200"/>
        <a:ext cx="2030015" cy="2560320"/>
      </dsp:txXfrm>
    </dsp:sp>
    <dsp:sp modelId="{C4FBE8C3-6C2E-4E7E-A595-29216A0D699D}">
      <dsp:nvSpPr>
        <dsp:cNvPr id="0" name=""/>
        <dsp:cNvSpPr/>
      </dsp:nvSpPr>
      <dsp:spPr>
        <a:xfrm>
          <a:off x="4063007" y="1219200"/>
          <a:ext cx="2030015" cy="2560320"/>
        </a:xfrm>
        <a:prstGeom prst="rect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6500" kern="1200" dirty="0"/>
        </a:p>
      </dsp:txBody>
      <dsp:txXfrm>
        <a:off x="4063007" y="1219200"/>
        <a:ext cx="2030015" cy="2560320"/>
      </dsp:txXfrm>
    </dsp:sp>
    <dsp:sp modelId="{6A6C65DC-8396-42BC-A7A0-170CAF3282E5}">
      <dsp:nvSpPr>
        <dsp:cNvPr id="0" name=""/>
        <dsp:cNvSpPr/>
      </dsp:nvSpPr>
      <dsp:spPr>
        <a:xfrm>
          <a:off x="0" y="3779520"/>
          <a:ext cx="6096000" cy="284480"/>
        </a:xfrm>
        <a:prstGeom prst="rect">
          <a:avLst/>
        </a:prstGeom>
        <a:solidFill>
          <a:schemeClr val="dk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7E3022-87B2-429F-A096-7095132A800B}" type="datetimeFigureOut">
              <a:rPr lang="fr-FR" smtClean="0"/>
              <a:t>02/10/2025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D217AF-872F-4332-80AD-B3B1EFC999B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1348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D217AF-872F-4332-80AD-B3B1EFC999BF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3230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D217AF-872F-4332-80AD-B3B1EFC999BF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4513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D217AF-872F-4332-80AD-B3B1EFC999BF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2523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D217AF-872F-4332-80AD-B3B1EFC999BF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4636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D217AF-872F-4332-80AD-B3B1EFC999BF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46361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D217AF-872F-4332-80AD-B3B1EFC999BF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22553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D217AF-872F-4332-80AD-B3B1EFC999BF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98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D217AF-872F-4332-80AD-B3B1EFC999BF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21996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D217AF-872F-4332-80AD-B3B1EFC999BF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29552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D217AF-872F-4332-80AD-B3B1EFC999BF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4383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5146F-3375-4B2D-B5DE-733A31E765E8}" type="datetimeFigureOut">
              <a:rPr lang="fr-FR" smtClean="0"/>
              <a:t>02/10/2025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B2137-12C8-4415-BEA0-20A89C825D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0638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5146F-3375-4B2D-B5DE-733A31E765E8}" type="datetimeFigureOut">
              <a:rPr lang="fr-FR" smtClean="0"/>
              <a:t>02/10/2025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B2137-12C8-4415-BEA0-20A89C825D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5430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5146F-3375-4B2D-B5DE-733A31E765E8}" type="datetimeFigureOut">
              <a:rPr lang="fr-FR" smtClean="0"/>
              <a:t>02/10/2025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B2137-12C8-4415-BEA0-20A89C825D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8484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5146F-3375-4B2D-B5DE-733A31E765E8}" type="datetimeFigureOut">
              <a:rPr lang="fr-FR" smtClean="0"/>
              <a:t>02/10/2025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B2137-12C8-4415-BEA0-20A89C825D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5851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5146F-3375-4B2D-B5DE-733A31E765E8}" type="datetimeFigureOut">
              <a:rPr lang="fr-FR" smtClean="0"/>
              <a:t>02/10/2025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B2137-12C8-4415-BEA0-20A89C825D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2669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5146F-3375-4B2D-B5DE-733A31E765E8}" type="datetimeFigureOut">
              <a:rPr lang="fr-FR" smtClean="0"/>
              <a:t>02/10/2025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B2137-12C8-4415-BEA0-20A89C825D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5401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5146F-3375-4B2D-B5DE-733A31E765E8}" type="datetimeFigureOut">
              <a:rPr lang="fr-FR" smtClean="0"/>
              <a:t>02/10/2025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B2137-12C8-4415-BEA0-20A89C825D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970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5146F-3375-4B2D-B5DE-733A31E765E8}" type="datetimeFigureOut">
              <a:rPr lang="fr-FR" smtClean="0"/>
              <a:t>02/10/2025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B2137-12C8-4415-BEA0-20A89C825D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1660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5146F-3375-4B2D-B5DE-733A31E765E8}" type="datetimeFigureOut">
              <a:rPr lang="fr-FR" smtClean="0"/>
              <a:t>02/10/2025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B2137-12C8-4415-BEA0-20A89C825D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231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5146F-3375-4B2D-B5DE-733A31E765E8}" type="datetimeFigureOut">
              <a:rPr lang="fr-FR" smtClean="0"/>
              <a:t>02/10/2025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B2137-12C8-4415-BEA0-20A89C825D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7641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5146F-3375-4B2D-B5DE-733A31E765E8}" type="datetimeFigureOut">
              <a:rPr lang="fr-FR" smtClean="0"/>
              <a:t>02/10/2025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B2137-12C8-4415-BEA0-20A89C825D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1464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5146F-3375-4B2D-B5DE-733A31E765E8}" type="datetimeFigureOut">
              <a:rPr lang="fr-FR" smtClean="0"/>
              <a:t>02/10/2025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B2137-12C8-4415-BEA0-20A89C825D7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8984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-28575" y="2130425"/>
            <a:ext cx="9713143" cy="1470025"/>
          </a:xfrm>
        </p:spPr>
        <p:txBody>
          <a:bodyPr/>
          <a:lstStyle/>
          <a:p>
            <a:r>
              <a:rPr lang="fr-FR" b="1" u="sng" dirty="0" smtClean="0">
                <a:solidFill>
                  <a:schemeClr val="tx2">
                    <a:lumMod val="75000"/>
                  </a:schemeClr>
                </a:solidFill>
              </a:rPr>
              <a:t>Building </a:t>
            </a:r>
            <a:r>
              <a:rPr lang="fr-FR" b="1" u="sng" dirty="0" err="1" smtClean="0">
                <a:solidFill>
                  <a:schemeClr val="tx2">
                    <a:lumMod val="75000"/>
                  </a:schemeClr>
                </a:solidFill>
              </a:rPr>
              <a:t>Generative</a:t>
            </a:r>
            <a:r>
              <a:rPr lang="fr-FR" b="1" u="sng" dirty="0" smtClean="0">
                <a:solidFill>
                  <a:schemeClr val="tx2">
                    <a:lumMod val="75000"/>
                  </a:schemeClr>
                </a:solidFill>
              </a:rPr>
              <a:t> AI </a:t>
            </a:r>
            <a:br>
              <a:rPr lang="fr-FR" b="1" u="sng" dirty="0" smtClean="0">
                <a:solidFill>
                  <a:schemeClr val="tx2">
                    <a:lumMod val="75000"/>
                  </a:schemeClr>
                </a:solidFill>
              </a:rPr>
            </a:br>
            <a:r>
              <a:rPr lang="fr-FR" b="1" u="sng" dirty="0" err="1" smtClean="0">
                <a:solidFill>
                  <a:schemeClr val="tx2">
                    <a:lumMod val="75000"/>
                  </a:schemeClr>
                </a:solidFill>
              </a:rPr>
              <a:t>With</a:t>
            </a:r>
            <a:r>
              <a:rPr lang="fr-FR" b="1" u="sng" dirty="0" smtClean="0">
                <a:solidFill>
                  <a:schemeClr val="tx2">
                    <a:lumMod val="75000"/>
                  </a:schemeClr>
                </a:solidFill>
              </a:rPr>
              <a:t> .NET &amp; C#</a:t>
            </a:r>
            <a:endParaRPr lang="fr-FR" b="1" u="sng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4609702"/>
            <a:ext cx="1324347" cy="147743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5" name="ZoneTexte 4"/>
          <p:cNvSpPr txBox="1"/>
          <p:nvPr/>
        </p:nvSpPr>
        <p:spPr>
          <a:xfrm>
            <a:off x="2123728" y="4938860"/>
            <a:ext cx="42280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>
                <a:solidFill>
                  <a:schemeClr val="tx2">
                    <a:lumMod val="75000"/>
                  </a:schemeClr>
                </a:solidFill>
              </a:rPr>
              <a:t>Ahmed HEDFI</a:t>
            </a:r>
          </a:p>
          <a:p>
            <a:r>
              <a:rPr lang="fr-FR" b="1" dirty="0" smtClean="0">
                <a:solidFill>
                  <a:schemeClr val="tx2">
                    <a:lumMod val="75000"/>
                  </a:schemeClr>
                </a:solidFill>
              </a:rPr>
              <a:t>.NET </a:t>
            </a:r>
            <a:r>
              <a:rPr lang="fr-FR" b="1" dirty="0" err="1" smtClean="0">
                <a:solidFill>
                  <a:schemeClr val="tx2">
                    <a:lumMod val="75000"/>
                  </a:schemeClr>
                </a:solidFill>
              </a:rPr>
              <a:t>Technical</a:t>
            </a:r>
            <a:r>
              <a:rPr lang="fr-FR" b="1" dirty="0" smtClean="0">
                <a:solidFill>
                  <a:schemeClr val="tx2">
                    <a:lumMod val="75000"/>
                  </a:schemeClr>
                </a:solidFill>
              </a:rPr>
              <a:t> Architect – TESSAN GROUP </a:t>
            </a:r>
            <a:endParaRPr lang="fr-FR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332656"/>
            <a:ext cx="2095500" cy="84772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7" y="11857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099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0461466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Ellipse 4"/>
          <p:cNvSpPr/>
          <p:nvPr/>
        </p:nvSpPr>
        <p:spPr>
          <a:xfrm>
            <a:off x="1907704" y="692696"/>
            <a:ext cx="5544616" cy="51845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Ellipse 5"/>
          <p:cNvSpPr/>
          <p:nvPr/>
        </p:nvSpPr>
        <p:spPr>
          <a:xfrm>
            <a:off x="2415952" y="1565176"/>
            <a:ext cx="4528120" cy="4312096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Ellipse 6"/>
          <p:cNvSpPr/>
          <p:nvPr/>
        </p:nvSpPr>
        <p:spPr>
          <a:xfrm>
            <a:off x="2809900" y="2564904"/>
            <a:ext cx="3740224" cy="332656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/>
          <p:cNvSpPr/>
          <p:nvPr/>
        </p:nvSpPr>
        <p:spPr>
          <a:xfrm>
            <a:off x="3263094" y="3501008"/>
            <a:ext cx="2833836" cy="239884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4153339" y="98072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/>
              <a:t>AI</a:t>
            </a:r>
            <a:endParaRPr lang="fr-FR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3707904" y="1844824"/>
            <a:ext cx="1944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/>
              <a:t>Machine Learning</a:t>
            </a:r>
            <a:endParaRPr lang="fr-FR" b="1" dirty="0"/>
          </a:p>
        </p:txBody>
      </p:sp>
      <p:sp>
        <p:nvSpPr>
          <p:cNvPr id="11" name="ZoneTexte 10"/>
          <p:cNvSpPr txBox="1"/>
          <p:nvPr/>
        </p:nvSpPr>
        <p:spPr>
          <a:xfrm>
            <a:off x="3707904" y="2858943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 smtClean="0"/>
              <a:t>Deep</a:t>
            </a:r>
            <a:r>
              <a:rPr lang="fr-FR" dirty="0" smtClean="0"/>
              <a:t> </a:t>
            </a:r>
            <a:r>
              <a:rPr lang="fr-FR" b="1" dirty="0" smtClean="0"/>
              <a:t>Learning</a:t>
            </a:r>
            <a:endParaRPr lang="fr-FR" b="1" dirty="0"/>
          </a:p>
        </p:txBody>
      </p:sp>
      <p:sp>
        <p:nvSpPr>
          <p:cNvPr id="12" name="ZoneTexte 11"/>
          <p:cNvSpPr txBox="1"/>
          <p:nvPr/>
        </p:nvSpPr>
        <p:spPr>
          <a:xfrm>
            <a:off x="3779911" y="450977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err="1" smtClean="0"/>
              <a:t>Generative</a:t>
            </a:r>
            <a:r>
              <a:rPr lang="fr-FR" dirty="0" smtClean="0"/>
              <a:t> </a:t>
            </a:r>
            <a:r>
              <a:rPr lang="fr-FR" b="1" dirty="0" smtClean="0"/>
              <a:t>AI</a:t>
            </a:r>
            <a:endParaRPr lang="fr-FR" b="1" dirty="0"/>
          </a:p>
        </p:txBody>
      </p:sp>
      <p:sp>
        <p:nvSpPr>
          <p:cNvPr id="2" name="ZoneTexte 1"/>
          <p:cNvSpPr txBox="1"/>
          <p:nvPr/>
        </p:nvSpPr>
        <p:spPr>
          <a:xfrm>
            <a:off x="179512" y="260648"/>
            <a:ext cx="263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 dirty="0" smtClean="0"/>
              <a:t>AI </a:t>
            </a:r>
            <a:r>
              <a:rPr lang="fr-FR" sz="2400" b="1" i="1" u="sng" dirty="0" smtClean="0"/>
              <a:t>TYPES</a:t>
            </a:r>
            <a:endParaRPr lang="fr-FR" b="1" i="1" u="sng" dirty="0"/>
          </a:p>
        </p:txBody>
      </p:sp>
    </p:spTree>
    <p:extLst>
      <p:ext uri="{BB962C8B-B14F-4D97-AF65-F5344CB8AC3E}">
        <p14:creationId xmlns:p14="http://schemas.microsoft.com/office/powerpoint/2010/main" val="1518745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à coins arrondis 3"/>
          <p:cNvSpPr/>
          <p:nvPr/>
        </p:nvSpPr>
        <p:spPr>
          <a:xfrm>
            <a:off x="2029079" y="1679218"/>
            <a:ext cx="1697149" cy="6198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LLM</a:t>
            </a:r>
            <a:endParaRPr lang="fr-FR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04863"/>
            <a:ext cx="1512168" cy="36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Connecteur droit avec flèche 5"/>
          <p:cNvCxnSpPr>
            <a:stCxn id="1027" idx="3"/>
            <a:endCxn id="4" idx="1"/>
          </p:cNvCxnSpPr>
          <p:nvPr/>
        </p:nvCxnSpPr>
        <p:spPr>
          <a:xfrm>
            <a:off x="1512168" y="1989119"/>
            <a:ext cx="516911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065" y="2636912"/>
            <a:ext cx="2543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080" y="3338353"/>
            <a:ext cx="2914650" cy="48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774" y="4197558"/>
            <a:ext cx="4276725" cy="352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338" y="4824936"/>
            <a:ext cx="1162050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7391" y="1092681"/>
            <a:ext cx="5053097" cy="2412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6" name="Connecteur droit avec flèche 15"/>
          <p:cNvCxnSpPr>
            <a:stCxn id="4" idx="3"/>
          </p:cNvCxnSpPr>
          <p:nvPr/>
        </p:nvCxnSpPr>
        <p:spPr>
          <a:xfrm>
            <a:off x="3726228" y="1989119"/>
            <a:ext cx="5577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179512" y="260648"/>
            <a:ext cx="263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 dirty="0" smtClean="0"/>
              <a:t>HOW </a:t>
            </a:r>
            <a:r>
              <a:rPr lang="fr-FR" sz="2400" b="1" u="sng" dirty="0" err="1" smtClean="0"/>
              <a:t>LLMs</a:t>
            </a:r>
            <a:r>
              <a:rPr lang="fr-FR" sz="2400" b="1" u="sng" dirty="0" smtClean="0"/>
              <a:t> WORK</a:t>
            </a:r>
            <a:endParaRPr lang="fr-FR" b="1" i="1" u="sng" dirty="0"/>
          </a:p>
        </p:txBody>
      </p:sp>
    </p:spTree>
    <p:extLst>
      <p:ext uri="{BB962C8B-B14F-4D97-AF65-F5344CB8AC3E}">
        <p14:creationId xmlns:p14="http://schemas.microsoft.com/office/powerpoint/2010/main" val="3312170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me 4"/>
          <p:cNvGraphicFramePr/>
          <p:nvPr>
            <p:extLst>
              <p:ext uri="{D42A27DB-BD31-4B8C-83A1-F6EECF244321}">
                <p14:modId xmlns:p14="http://schemas.microsoft.com/office/powerpoint/2010/main" val="2324635548"/>
              </p:ext>
            </p:extLst>
          </p:nvPr>
        </p:nvGraphicFramePr>
        <p:xfrm>
          <a:off x="1691680" y="54868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311" y="4716709"/>
            <a:ext cx="6120680" cy="196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303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me 4"/>
          <p:cNvGraphicFramePr/>
          <p:nvPr>
            <p:extLst>
              <p:ext uri="{D42A27DB-BD31-4B8C-83A1-F6EECF244321}">
                <p14:modId xmlns:p14="http://schemas.microsoft.com/office/powerpoint/2010/main" val="23784961"/>
              </p:ext>
            </p:extLst>
          </p:nvPr>
        </p:nvGraphicFramePr>
        <p:xfrm>
          <a:off x="1691680" y="476672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Image 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162" y="4590802"/>
            <a:ext cx="3600400" cy="1391194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688" y="4590802"/>
            <a:ext cx="2165176" cy="157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7572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2492896"/>
            <a:ext cx="4104456" cy="2203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2348880"/>
            <a:ext cx="2520280" cy="2717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ZoneTexte 4"/>
          <p:cNvSpPr txBox="1"/>
          <p:nvPr/>
        </p:nvSpPr>
        <p:spPr>
          <a:xfrm>
            <a:off x="179512" y="260648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 dirty="0" smtClean="0"/>
              <a:t>C# AI FRAMEWORKS</a:t>
            </a:r>
            <a:endParaRPr lang="fr-FR" b="1" i="1" u="sng" dirty="0"/>
          </a:p>
        </p:txBody>
      </p:sp>
    </p:spTree>
    <p:extLst>
      <p:ext uri="{BB962C8B-B14F-4D97-AF65-F5344CB8AC3E}">
        <p14:creationId xmlns:p14="http://schemas.microsoft.com/office/powerpoint/2010/main" val="1969480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298797" y="2204864"/>
            <a:ext cx="2058648" cy="1224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LLM</a:t>
            </a:r>
            <a:endParaRPr lang="fr-FR" b="1" dirty="0"/>
          </a:p>
        </p:txBody>
      </p:sp>
      <p:cxnSp>
        <p:nvCxnSpPr>
          <p:cNvPr id="6" name="Connecteur droit avec flèche 5"/>
          <p:cNvCxnSpPr/>
          <p:nvPr/>
        </p:nvCxnSpPr>
        <p:spPr>
          <a:xfrm>
            <a:off x="2225320" y="2348880"/>
            <a:ext cx="4032448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/>
          <p:cNvCxnSpPr/>
          <p:nvPr/>
        </p:nvCxnSpPr>
        <p:spPr>
          <a:xfrm flipH="1">
            <a:off x="2225320" y="3212976"/>
            <a:ext cx="403922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Nuage 9"/>
          <p:cNvSpPr/>
          <p:nvPr/>
        </p:nvSpPr>
        <p:spPr>
          <a:xfrm>
            <a:off x="251520" y="2211921"/>
            <a:ext cx="2088232" cy="124763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3587988" y="1979548"/>
            <a:ext cx="944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Request</a:t>
            </a:r>
            <a:endParaRPr lang="fr-FR" dirty="0"/>
          </a:p>
        </p:txBody>
      </p:sp>
      <p:sp>
        <p:nvSpPr>
          <p:cNvPr id="12" name="ZoneTexte 11"/>
          <p:cNvSpPr txBox="1"/>
          <p:nvPr/>
        </p:nvSpPr>
        <p:spPr>
          <a:xfrm>
            <a:off x="3613541" y="3267828"/>
            <a:ext cx="108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Response</a:t>
            </a:r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6357764" y="4139788"/>
            <a:ext cx="2131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Prompt Engineering</a:t>
            </a:r>
            <a:r>
              <a:rPr lang="en-US" dirty="0" smtClean="0"/>
              <a:t> </a:t>
            </a:r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>
            <a:off x="5978489" y="4747210"/>
            <a:ext cx="3235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Temperature / Reasoning Effort</a:t>
            </a:r>
            <a:r>
              <a:rPr lang="en-US" dirty="0" smtClean="0"/>
              <a:t> </a:t>
            </a:r>
            <a:endParaRPr lang="fr-FR" dirty="0"/>
          </a:p>
        </p:txBody>
      </p:sp>
      <p:sp>
        <p:nvSpPr>
          <p:cNvPr id="15" name="ZoneTexte 14"/>
          <p:cNvSpPr txBox="1"/>
          <p:nvPr/>
        </p:nvSpPr>
        <p:spPr>
          <a:xfrm>
            <a:off x="6449743" y="5256717"/>
            <a:ext cx="1988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Structured Output</a:t>
            </a:r>
            <a:r>
              <a:rPr lang="en-US" dirty="0" smtClean="0"/>
              <a:t> </a:t>
            </a:r>
            <a:endParaRPr lang="fr-FR" dirty="0"/>
          </a:p>
        </p:txBody>
      </p:sp>
      <p:cxnSp>
        <p:nvCxnSpPr>
          <p:cNvPr id="17" name="Connecteur droit avec flèche 16"/>
          <p:cNvCxnSpPr/>
          <p:nvPr/>
        </p:nvCxnSpPr>
        <p:spPr>
          <a:xfrm flipV="1">
            <a:off x="7423665" y="3452494"/>
            <a:ext cx="0" cy="5525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Imag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936" y="3637160"/>
            <a:ext cx="450957" cy="450957"/>
          </a:xfrm>
          <a:prstGeom prst="rect">
            <a:avLst/>
          </a:prstGeom>
        </p:spPr>
      </p:pic>
      <p:sp>
        <p:nvSpPr>
          <p:cNvPr id="16" name="ZoneTexte 15"/>
          <p:cNvSpPr txBox="1"/>
          <p:nvPr/>
        </p:nvSpPr>
        <p:spPr>
          <a:xfrm>
            <a:off x="179512" y="260648"/>
            <a:ext cx="2630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 dirty="0" smtClean="0"/>
              <a:t>CHAT COMPLETION</a:t>
            </a:r>
            <a:endParaRPr lang="fr-FR" b="1" i="1" u="sng" dirty="0"/>
          </a:p>
        </p:txBody>
      </p:sp>
    </p:spTree>
    <p:extLst>
      <p:ext uri="{BB962C8B-B14F-4D97-AF65-F5344CB8AC3E}">
        <p14:creationId xmlns:p14="http://schemas.microsoft.com/office/powerpoint/2010/main" val="94774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" y="1824831"/>
            <a:ext cx="8115300" cy="4076700"/>
          </a:xfrm>
        </p:spPr>
      </p:pic>
      <p:sp>
        <p:nvSpPr>
          <p:cNvPr id="5" name="ZoneTexte 4"/>
          <p:cNvSpPr txBox="1"/>
          <p:nvPr/>
        </p:nvSpPr>
        <p:spPr>
          <a:xfrm>
            <a:off x="179512" y="260648"/>
            <a:ext cx="2952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 dirty="0" smtClean="0"/>
              <a:t>FUNCTION CALLING</a:t>
            </a:r>
            <a:endParaRPr lang="fr-FR" b="1" i="1" u="sng" dirty="0"/>
          </a:p>
        </p:txBody>
      </p:sp>
    </p:spTree>
    <p:extLst>
      <p:ext uri="{BB962C8B-B14F-4D97-AF65-F5344CB8AC3E}">
        <p14:creationId xmlns:p14="http://schemas.microsoft.com/office/powerpoint/2010/main" val="1719320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13445" y="2132856"/>
            <a:ext cx="3528392" cy="22322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5148064" y="2132856"/>
            <a:ext cx="3528392" cy="22322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à coins arrondis 3"/>
          <p:cNvSpPr/>
          <p:nvPr/>
        </p:nvSpPr>
        <p:spPr>
          <a:xfrm>
            <a:off x="395536" y="3275248"/>
            <a:ext cx="1728192" cy="1008112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 smtClean="0"/>
              <a:t>LLM</a:t>
            </a:r>
            <a:endParaRPr lang="fr-FR" b="1" dirty="0"/>
          </a:p>
        </p:txBody>
      </p:sp>
      <p:sp>
        <p:nvSpPr>
          <p:cNvPr id="5" name="Rectangle 4"/>
          <p:cNvSpPr/>
          <p:nvPr/>
        </p:nvSpPr>
        <p:spPr>
          <a:xfrm>
            <a:off x="7164288" y="2420888"/>
            <a:ext cx="1368152" cy="43204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Tool</a:t>
            </a:r>
            <a:r>
              <a:rPr lang="fr-FR" dirty="0" smtClean="0"/>
              <a:t> 1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7164288" y="2996952"/>
            <a:ext cx="1368152" cy="43204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Tool</a:t>
            </a:r>
            <a:r>
              <a:rPr lang="fr-FR" dirty="0" smtClean="0"/>
              <a:t> 2</a:t>
            </a:r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7164288" y="3645024"/>
            <a:ext cx="1368152" cy="43204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Tool</a:t>
            </a:r>
            <a:r>
              <a:rPr lang="fr-FR" dirty="0" smtClean="0"/>
              <a:t> n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5220072" y="2236222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MCP SERVER</a:t>
            </a:r>
            <a:endParaRPr lang="fr-FR" b="1" dirty="0"/>
          </a:p>
        </p:txBody>
      </p:sp>
      <p:sp>
        <p:nvSpPr>
          <p:cNvPr id="11" name="ZoneTexte 10"/>
          <p:cNvSpPr txBox="1"/>
          <p:nvPr/>
        </p:nvSpPr>
        <p:spPr>
          <a:xfrm>
            <a:off x="2483768" y="2267580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MCP Client</a:t>
            </a:r>
            <a:endParaRPr lang="fr-FR" b="1" dirty="0"/>
          </a:p>
        </p:txBody>
      </p:sp>
      <p:cxnSp>
        <p:nvCxnSpPr>
          <p:cNvPr id="13" name="Connecteur droit 12"/>
          <p:cNvCxnSpPr>
            <a:stCxn id="10" idx="3"/>
            <a:endCxn id="8" idx="1"/>
          </p:cNvCxnSpPr>
          <p:nvPr/>
        </p:nvCxnSpPr>
        <p:spPr>
          <a:xfrm>
            <a:off x="3741837" y="3248980"/>
            <a:ext cx="14062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3960618" y="2852936"/>
            <a:ext cx="986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Protocol</a:t>
            </a:r>
            <a:endParaRPr lang="fr-FR" b="1" dirty="0"/>
          </a:p>
        </p:txBody>
      </p:sp>
      <p:sp>
        <p:nvSpPr>
          <p:cNvPr id="15" name="ZoneTexte 14"/>
          <p:cNvSpPr txBox="1"/>
          <p:nvPr/>
        </p:nvSpPr>
        <p:spPr>
          <a:xfrm>
            <a:off x="179512" y="260648"/>
            <a:ext cx="4968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u="sng" dirty="0" smtClean="0"/>
              <a:t>MODEL CONTEXT PROTOCOL (MCP)</a:t>
            </a:r>
            <a:endParaRPr lang="fr-FR" b="1" i="1" u="sng" dirty="0"/>
          </a:p>
        </p:txBody>
      </p:sp>
    </p:spTree>
    <p:extLst>
      <p:ext uri="{BB962C8B-B14F-4D97-AF65-F5344CB8AC3E}">
        <p14:creationId xmlns:p14="http://schemas.microsoft.com/office/powerpoint/2010/main" val="510259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196752"/>
            <a:ext cx="8229600" cy="1143000"/>
          </a:xfrm>
        </p:spPr>
        <p:txBody>
          <a:bodyPr/>
          <a:lstStyle/>
          <a:p>
            <a:r>
              <a:rPr lang="fr-FR" b="1" dirty="0" smtClean="0"/>
              <a:t>SCAN ME</a:t>
            </a:r>
            <a:endParaRPr lang="fr-FR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492896"/>
            <a:ext cx="2880320" cy="2249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2022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2596</TotalTime>
  <Words>78</Words>
  <Application>Microsoft Office PowerPoint</Application>
  <PresentationFormat>Affichage à l'écran (4:3)</PresentationFormat>
  <Paragraphs>40</Paragraphs>
  <Slides>10</Slides>
  <Notes>10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Building Generative AI  With .NET &amp; C#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SCAN 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LENOVO</dc:creator>
  <cp:lastModifiedBy>LENOVO</cp:lastModifiedBy>
  <cp:revision>34</cp:revision>
  <dcterms:created xsi:type="dcterms:W3CDTF">2025-09-28T09:41:09Z</dcterms:created>
  <dcterms:modified xsi:type="dcterms:W3CDTF">2025-10-02T14:56:05Z</dcterms:modified>
</cp:coreProperties>
</file>